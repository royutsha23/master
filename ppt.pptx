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23179c075ace00df" providerId="LiveId" clId="{1D1010B7-34BB-4387-977D-755133678F7B}"/>
    <pc:docChg chg="custSel addSld modSld">
      <pc:chgData name="" userId="23179c075ace00df" providerId="LiveId" clId="{1D1010B7-34BB-4387-977D-755133678F7B}" dt="2026-10-12T15:42:45.837" v="12" actId="20577"/>
      <pc:docMkLst>
        <pc:docMk/>
      </pc:docMkLst>
      <pc:sldChg chg="delSp modSp add">
        <pc:chgData name="" userId="23179c075ace00df" providerId="LiveId" clId="{1D1010B7-34BB-4387-977D-755133678F7B}" dt="2026-10-12T15:42:45.837" v="12" actId="20577"/>
        <pc:sldMkLst>
          <pc:docMk/>
          <pc:sldMk cId="1224271909" sldId="256"/>
        </pc:sldMkLst>
        <pc:spChg chg="mod">
          <ac:chgData name="" userId="23179c075ace00df" providerId="LiveId" clId="{1D1010B7-34BB-4387-977D-755133678F7B}" dt="2026-10-12T15:42:45.837" v="12" actId="20577"/>
          <ac:spMkLst>
            <pc:docMk/>
            <pc:sldMk cId="1224271909" sldId="256"/>
            <ac:spMk id="2" creationId="{DBBB9F14-436E-48AF-BA6D-156D0D58C216}"/>
          </ac:spMkLst>
        </pc:spChg>
        <pc:spChg chg="del">
          <ac:chgData name="" userId="23179c075ace00df" providerId="LiveId" clId="{1D1010B7-34BB-4387-977D-755133678F7B}" dt="2026-10-12T15:29:43.826" v="1" actId="478"/>
          <ac:spMkLst>
            <pc:docMk/>
            <pc:sldMk cId="1224271909" sldId="256"/>
            <ac:spMk id="3" creationId="{39C7DF1A-C33A-492F-A324-C391662F7E8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6856-F7DD-4CD5-A194-526A5E18B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CD370-FF71-4B00-9532-3EE9B2015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408B0-99A2-47D1-9631-E6F93F12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09B6-4A3B-4834-91B9-9C6150207FD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785A3-9A2D-48E3-8793-E14BFAF70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05CEE-628A-4732-8109-E09A5801E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8E79-3E28-46A9-B17F-A7F0C6FF5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53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5C660-6312-4D9A-81DE-5C51793BC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6C473-4966-4F90-A682-B761FFDD0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77D90-CE6F-46C4-8A1C-FCC01AE43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09B6-4A3B-4834-91B9-9C6150207FD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FDD23-476D-4DD7-99BE-02D0B90B8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5523C-54E0-40B1-9532-2C17BA36B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8E79-3E28-46A9-B17F-A7F0C6FF5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78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629BE-402E-4FE0-86D6-A79305B71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06A4A-0819-4C2C-8501-A3BD926E1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00424-9C5F-4614-B83A-6FFB5D712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09B6-4A3B-4834-91B9-9C6150207FD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61FAD-F59F-4628-9F84-C87216807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9EC8E-D4F8-477C-98EA-7717806DF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8E79-3E28-46A9-B17F-A7F0C6FF5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0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DF82B-35AC-4916-BA72-D4584C3E8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E3AA7-E3CB-4095-8E4E-77C417D26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70A8E-7A08-4041-A8FD-0425904A5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49A28-832C-4E05-A7EE-8292CDFC6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09B6-4A3B-4834-91B9-9C6150207FD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E739F-5865-42CE-8785-2C6F3329E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D1ED5-DB30-4BB4-93B4-AC4A3CCED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8E79-3E28-46A9-B17F-A7F0C6FF5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09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059BA-82D1-46BA-926E-750DBECB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6E082-FFA0-43B6-A64A-E46BB6EFC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464A5-64EA-4E21-89D6-8013A4088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05FC00-6373-4B75-A9BF-E049EFDB1B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F2FCFD-543A-4719-971F-B2AA9D06EE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CEE32A-2977-4002-8AC3-D6E9B5E16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09B6-4A3B-4834-91B9-9C6150207FD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907BEE-3433-4588-ABA8-ED15460DB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079546-BA95-48A9-B482-E0CA3B04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8E79-3E28-46A9-B17F-A7F0C6FF5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6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D6877-57EF-4560-AFDA-7BDD31D8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DA2E4F-319A-4C16-893B-3090B18D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09B6-4A3B-4834-91B9-9C6150207FD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89CA79-9962-4D46-885A-8A7217BED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AC374-E920-4B56-9773-71AF080FB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8E79-3E28-46A9-B17F-A7F0C6FF5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7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D841A-C92E-42F5-B9D5-F48665CF1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09B6-4A3B-4834-91B9-9C6150207FD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704F6B-2198-45DF-BEDA-53EF303E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A7907-C21A-4F5E-81F1-3FD096A0E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8E79-3E28-46A9-B17F-A7F0C6FF5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941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66353-6B7A-4CE7-840B-80B355B99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F4CB7-E3A1-4AE3-A2EF-30EFD3C2C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C1AEA-D5DB-475C-97D2-9A059E43C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801EA-33F9-4819-8AE4-C1C54252C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09B6-4A3B-4834-91B9-9C6150207FD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B2DBB-BC81-4350-8BCD-E28F640B2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25B37-B760-47E7-AFEB-3DE2E40E0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8E79-3E28-46A9-B17F-A7F0C6FF5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104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1A40-1C7D-4023-8053-34960BF4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E2A67-83BF-418A-863B-3E2909D49D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39D9E0-9AE1-4151-ABFF-1E99E4D9F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D2A01-2D5E-40E3-8A2E-1F6B8DC7C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09B6-4A3B-4834-91B9-9C6150207FD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31FFF-79B4-41BA-BD55-7EB1B5D8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A362A-571E-48D4-9488-BF0C96DFC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8E79-3E28-46A9-B17F-A7F0C6FF5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80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30BCF-400F-4688-9FF9-4B8CF6E74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F6352-398A-44C3-BAAF-53C09DF3E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3AB9-253D-4647-B06D-EB01E6A96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09B6-4A3B-4834-91B9-9C6150207FD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C13EC-5ECD-42A7-B449-ECE81D59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23762-D5E0-46DC-9086-58DA43471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8E79-3E28-46A9-B17F-A7F0C6FF5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2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D93E09-DBB5-4530-9971-CBB1A41F0C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746EE7-055E-463D-8864-1A850A088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B78AC-BB21-4878-BD76-5EA6A673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109B6-4A3B-4834-91B9-9C6150207FD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8E0A6-FDE0-42DF-9BE0-F073185BA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4FEF2-C837-42F9-8849-48F5AE47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F8E79-3E28-46A9-B17F-A7F0C6FF5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67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67CBCA-F8E2-436B-81FD-7017E0332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6461A-19CE-4A6F-9A2E-FDDBE3D61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76165-D123-4134-A438-F198920AC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109B6-4A3B-4834-91B9-9C6150207FD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18149-49D4-4C3F-A52A-7709355F0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BF4D3-CF76-492D-8D91-2E2E498DA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F8E79-3E28-46A9-B17F-A7F0C6FF5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9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B9F14-436E-48AF-BA6D-156D0D58C2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Utsha</a:t>
            </a:r>
            <a:r>
              <a:rPr lang="en-US"/>
              <a:t> Roy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271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Utsha Roy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Utsha</dc:title>
  <dc:creator>Lenovo</dc:creator>
  <cp:lastModifiedBy>Lenovo</cp:lastModifiedBy>
  <cp:revision>1</cp:revision>
  <dcterms:created xsi:type="dcterms:W3CDTF">2026-10-12T15:29:26Z</dcterms:created>
  <dcterms:modified xsi:type="dcterms:W3CDTF">2026-10-12T15:42:47Z</dcterms:modified>
</cp:coreProperties>
</file>